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6"/>
  </p:notesMasterIdLst>
  <p:handoutMasterIdLst>
    <p:handoutMasterId r:id="rId7"/>
  </p:handoutMasterIdLst>
  <p:sldIdLst>
    <p:sldId id="267" r:id="rId3"/>
    <p:sldId id="268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52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91099-7EBE-4D12-B880-CCA6B38B92A6}" type="datetimeFigureOut">
              <a:rPr lang="en-US" smtClean="0"/>
              <a:t>2/23/2015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36C10-A9D4-4995-9BAF-95FBD77A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18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F4299-1721-48C6-878D-74296BE00D21}" type="datetimeFigureOut">
              <a:rPr lang="en-US" smtClean="0"/>
              <a:t>2/23/2015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EF9EC-8318-4FF6-847E-A85BBD2B7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9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61254"/>
            <a:ext cx="8226490" cy="308376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345021"/>
            <a:ext cx="8229600" cy="13716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9E80-105D-4CD8-AF07-4CEB9B9063CC}" type="datetime1">
              <a:rPr lang="en-US" smtClean="0"/>
              <a:t>2/23/2015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308152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3346704"/>
            <a:ext cx="8229600" cy="13716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2C64-0D63-44AF-997A-1B1FE1A96E19}" type="datetime1">
              <a:rPr lang="en-US" smtClean="0"/>
              <a:t>2/23/2015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1" y="1828800"/>
            <a:ext cx="4572000" cy="43481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9" y="1828800"/>
            <a:ext cx="4572000" cy="43481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EA110-C81D-4C5F-84B3-B5F5E7416EB9}" type="datetime1">
              <a:rPr lang="en-US" smtClean="0"/>
              <a:t>2/23/2015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8448" y="1627258"/>
            <a:ext cx="45720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8448" y="2331720"/>
            <a:ext cx="4572000" cy="384048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627258"/>
            <a:ext cx="45720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331720"/>
            <a:ext cx="4572000" cy="384048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C5ED-4C80-4726-926C-338D85485045}" type="datetime1">
              <a:rPr lang="en-US" smtClean="0"/>
              <a:t>2/23/2015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7976-C764-44D0-930D-1AC5846C8450}" type="datetime1">
              <a:rPr lang="en-US" smtClean="0"/>
              <a:t>2/23/2015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A5702-ECF8-4274-B6BF-9D5EEBC26FE5}" type="datetime1">
              <a:rPr lang="en-US" smtClean="0"/>
              <a:t>2/23/2015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9330" y="457200"/>
            <a:ext cx="3603070" cy="15544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90" y="685800"/>
            <a:ext cx="61022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79330" y="2101850"/>
            <a:ext cx="3603070" cy="18288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66C6A-A83C-4E27-990F-89F11F779CE0}" type="datetime1">
              <a:rPr lang="en-US" smtClean="0"/>
              <a:t>2/23/2015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2712" y="457200"/>
            <a:ext cx="3602736" cy="15544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-1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82712" y="2101850"/>
            <a:ext cx="3602736" cy="1828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0562-E361-4901-81A9-DC99371C70DE}" type="datetime1">
              <a:rPr lang="en-US" smtClean="0"/>
              <a:t>2/23/2015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50680" y="365125"/>
            <a:ext cx="164592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762466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E088F-5C71-4C3B-A46F-E5E332BBC3D1}" type="datetime1">
              <a:rPr lang="en-US" smtClean="0"/>
              <a:t>2/23/2015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799"/>
            <a:ext cx="9601200" cy="4348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19253" y="6385492"/>
            <a:ext cx="98204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D14E86EA-95E3-4DA0-97E2-7D1BBAC51A0F}" type="datetime1">
              <a:rPr lang="en-US" smtClean="0"/>
              <a:t>2/23/2015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85492"/>
            <a:ext cx="609904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3532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Final Year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Game Reviews and 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87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current problems are that the reviews that are being published are most likely rigged towards the highest bidder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game company or their publisher will try to increase the odds for the gamer to purchase their game and not their competitor’s game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Most </a:t>
            </a:r>
            <a:r>
              <a:rPr lang="en-US" dirty="0"/>
              <a:t>gaming reviews by user are totally freedom in writing without guidelines or format, by doing so it doesn’t really express what they are trying to say.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06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Little voices </a:t>
            </a:r>
            <a:r>
              <a:rPr lang="en-US" dirty="0"/>
              <a:t>be </a:t>
            </a:r>
            <a:r>
              <a:rPr lang="en-US" dirty="0" smtClean="0"/>
              <a:t>heard </a:t>
            </a:r>
            <a:r>
              <a:rPr lang="en-US" dirty="0"/>
              <a:t>by expressing their thoughts by writing a </a:t>
            </a:r>
            <a:r>
              <a:rPr lang="en-US" dirty="0" smtClean="0"/>
              <a:t>review.</a:t>
            </a:r>
          </a:p>
          <a:p>
            <a:r>
              <a:rPr lang="en-US" dirty="0" smtClean="0"/>
              <a:t>Reducing the amount of time from looking though all the other review website.</a:t>
            </a:r>
          </a:p>
          <a:p>
            <a:r>
              <a:rPr lang="en-US" dirty="0" smtClean="0"/>
              <a:t>Help users to make their decision on which game to purchase.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52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ushed Metal 16x9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67B64C2-E5B0-424C-A90A-CEF65ED404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Green brushed metal presentation (widescreen)</Template>
  <TotalTime>0</TotalTime>
  <Words>123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Georgia</vt:lpstr>
      <vt:lpstr>Brushed Metal 16x9</vt:lpstr>
      <vt:lpstr>Final Year Presentation</vt:lpstr>
      <vt:lpstr>Problem Statement</vt:lpstr>
      <vt:lpstr>Objectives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2015-02-23T07:34:09Z</dcterms:created>
  <dcterms:modified xsi:type="dcterms:W3CDTF">2015-02-23T07:46:09Z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TC030309819991</vt:lpwstr>
  </property>
</Properties>
</file>